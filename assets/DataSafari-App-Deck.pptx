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01DB5D"/>
                </a:solidFill>
              </a:defRPr>
            </a:pPr>
            <a:r>
              <a:t>DATASAFARI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4748B"/>
                </a:solidFill>
              </a:defRPr>
            </a:pPr>
            <a:r>
              <a:t>Stay connected anywhere in the world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Mobile App Presentation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389120"/>
            <a:ext cx="2103120" cy="36576"/>
          </a:xfrm>
          <a:prstGeom prst="rect">
            <a:avLst/>
          </a:prstGeom>
          <a:solidFill>
            <a:srgbClr val="01D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Manage everything from your phone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</a:defRPr>
            </a:pPr>
            <a:r>
              <a:t>  Browse plans across 200+ destinations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</a:defRPr>
            </a:pPr>
            <a:r>
              <a:t>  Activate eSIM in under 2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79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</a:defRPr>
            </a:pPr>
            <a:r>
              <a:t>  Track data usage in real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80559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</a:defRPr>
            </a:pPr>
            <a:r>
              <a:t>  Top up instantly, mid-trip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206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</a:defRPr>
            </a:pPr>
            <a:r>
              <a:t>  24/7 live support via in-app chat</a:t>
            </a:r>
          </a:p>
        </p:txBody>
      </p:sp>
      <p:pic>
        <p:nvPicPr>
          <p:cNvPr id="8" name="Picture 7" descr="phone-ap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14400"/>
            <a:ext cx="347472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Simple 3-step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</a:defRPr>
            </a:pPr>
            <a:r>
              <a:t>Choose -&gt; Install -&gt; Connect. No physical SIM, no store visit, no hassle.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1DB5D"/>
                </a:solidFill>
              </a:defRPr>
            </a:pPr>
            <a:r>
              <a:t>Choose your plan</a:t>
            </a:r>
          </a:p>
        </p:txBody>
      </p:sp>
      <p:pic>
        <p:nvPicPr>
          <p:cNvPr id="5" name="Picture 4" descr="phone-esi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2926080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0" y="56692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1DB5D"/>
                </a:solidFill>
              </a:defRPr>
            </a:pPr>
            <a:r>
              <a:t>Scan the QR code</a:t>
            </a:r>
          </a:p>
        </p:txBody>
      </p:sp>
      <p:pic>
        <p:nvPicPr>
          <p:cNvPr id="7" name="Picture 6" descr="qr-setu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828800"/>
            <a:ext cx="2926080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12480" y="56692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1DB5D"/>
                </a:solidFill>
              </a:defRPr>
            </a:pPr>
            <a:r>
              <a:t>Connect instantly</a:t>
            </a:r>
          </a:p>
        </p:txBody>
      </p:sp>
      <p:pic>
        <p:nvPicPr>
          <p:cNvPr id="9" name="Picture 8" descr="phone-ap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1828800"/>
            <a:ext cx="292608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Why travellers choose DataSafari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1DB5D"/>
                </a:solidFill>
              </a:defRPr>
            </a:pPr>
            <a:r>
              <a:t>85%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</a:defRPr>
            </a:pPr>
            <a:r>
              <a:t>Average savings vs roaming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0" y="22860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1DB5D"/>
                </a:solidFill>
              </a:defRPr>
            </a:pPr>
            <a:r>
              <a:t>200+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34747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</a:defRPr>
            </a:pPr>
            <a:r>
              <a:t>Countries &amp; regions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22860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1DB5D"/>
                </a:solidFill>
              </a:defRPr>
            </a:pPr>
            <a:r>
              <a:t>3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34747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</a:defRPr>
            </a:pPr>
            <a:r>
              <a:t>Average activation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59" y="22860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1DB5D"/>
                </a:solidFill>
              </a:defRPr>
            </a:pPr>
            <a:r>
              <a:t>24/7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59" y="34747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</a:defRPr>
            </a:pPr>
            <a:r>
              <a:t>Live customer support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029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Available in: USA, UK, Japan, UAE, Singapore, Brazil, Canada, India, Mexico, South Korea, Italy, Spain, Thailand, Greece, Turkey, Portugal, Netherlands, Philippines, Malaysia, Kenya, Nigeria, Indonesia, Argentina, Chile, South Africa, Australia, France, Germany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Ready to travel connected?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4748B"/>
                </a:solidFill>
              </a:defRPr>
            </a:pPr>
            <a:r>
              <a:t>Download DataSafari from the App Store or Google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1DB5D"/>
                </a:solidFill>
              </a:defRPr>
            </a:pPr>
            <a:r>
              <a:t>datasafari.world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